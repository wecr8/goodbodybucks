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3657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☀️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GOODBODY SUMMER ACADEMY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FD4"/>
                </a:solidFill>
              </a:rPr>
              <a:t>2025 Kickoff — Miles &amp; Sabrina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3108960"/>
            <a:ext cx="3657600" cy="4572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DF2"/>
                </a:solidFill>
              </a:rPr>
              <a:t>Academics • Sports Goals • Better Yourself • Goodbody Bucks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788"/>
                </a:solidFill>
              </a:rPr>
              <a:t>Dad's Summer School  ·  Summer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109728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👋  Welcome to Summer Academy!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44"/>
                </a:solidFill>
              </a:rPr>
              <a:t>This summer you will: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801368"/>
            <a:ext cx="457200" cy="457200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Level UP your school skills — ready for next year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2414016"/>
            <a:ext cx="457200" cy="457200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⚾🥎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395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Crush your sports goals in baseball and softball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" y="3026664"/>
            <a:ext cx="457200" cy="457200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300837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Build something real with your hands and creativity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3639312"/>
            <a:ext cx="457200" cy="457200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62102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Earn Goodbody Bucks for everything you accomplish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0040" y="4251960"/>
            <a:ext cx="457200" cy="457200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42336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Show off your work on Family Project Day at the end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👨‍🏫  YOUR TEACHER THIS SUMMER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6576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👨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FD4"/>
                </a:solidFill>
              </a:rPr>
              <a:t>Head Teacher &amp; Coach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</a:rPr>
              <a:t>Former CNC machinist, builder,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</a:rPr>
              <a:t>software developer, racer,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</a:rPr>
              <a:t>and professional dad 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44"/>
                </a:solidFill>
              </a:rPr>
              <a:t>Summer Academy Rules: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1755648"/>
            <a:ext cx="292608" cy="292608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Show up ready to learn (4 days/week)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258568"/>
            <a:ext cx="292608" cy="292608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No excuses — if it's hard, keep going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761488"/>
            <a:ext cx="292608" cy="292608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697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Help your sibling — earn GBB for 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3264408"/>
            <a:ext cx="292608" cy="292608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Log your Goodbody Bucks every morning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3767328"/>
            <a:ext cx="292608" cy="292608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3703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Give your honest best — not perfect, best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4270248"/>
            <a:ext cx="292608" cy="292608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Have fun. Seriously.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⚾  MILES — Rising 2nd Grader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365760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0116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💪 STRENGTHS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Math powerhouse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Energetic &amp; competitive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054096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Fast learner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712464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Loves a challenge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50592" y="1097280"/>
            <a:ext cx="2011680" cy="365760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97280"/>
            <a:ext cx="2011680" cy="50292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GROWTH AREA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Writing mechanics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395728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Sentence 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3054096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Spelling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42032" y="3712464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Sitting still long enough 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26864" y="1097280"/>
            <a:ext cx="2011680" cy="365760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097280"/>
            <a:ext cx="2011680" cy="5029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⚾ SPORTS GOAL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Hit 5 line drives in a row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8304" y="2395728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Field 10 grounders clean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18304" y="3054096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Make accurate throws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18304" y="3712464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Stay focused in the field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03136" y="1097280"/>
            <a:ext cx="2011680" cy="365760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1097280"/>
            <a:ext cx="2011680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🔨 PROJECT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94576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Photography 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94576" y="2395728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Building with Dad 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94576" y="3054096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Art / Comics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94576" y="3712464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Miles chooses!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🥎  SABRINA — Rising 5th Grader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365760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011680" cy="5029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💪 STRENGTHS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Persistent — never quits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Once she gets it, she owns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054096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Team player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712464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Caring &amp; thoughtful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50592" y="1097280"/>
            <a:ext cx="2011680" cy="365760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97280"/>
            <a:ext cx="201168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GROWTH AREA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All subjects — steady pace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395728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Building math confidence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3054096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Reading speed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42032" y="3712464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Believing in herself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26864" y="1097280"/>
            <a:ext cx="2011680" cy="365760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097280"/>
            <a:ext cx="2011680" cy="5029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🥎 SPORTS GOAL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Throw 10 pitching strikes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8304" y="2395728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Learn a change-up pitch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18304" y="3054096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Sprint from 3rd 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18304" y="3712464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Get a game hit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03136" y="1097280"/>
            <a:ext cx="2011680" cy="365760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1097280"/>
            <a:ext cx="2011680" cy="50292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🌟 PROJECT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94576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Photography 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94576" y="2395728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Cooking / Baking 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94576" y="3054096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Sewing / Crafting 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94576" y="3712464"/>
            <a:ext cx="18288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Visual Art Series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💰  GOODBODY BUCKS — How to 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Track everything at: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9FD4"/>
                </a:solidFill>
              </a:rPr>
              <a:t>goodbodybucks.web.app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023360" cy="45720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Complete a lesson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2075688"/>
            <a:ext cx="1051560" cy="329184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0756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GBB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4023360" cy="45720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Write a full page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642616"/>
            <a:ext cx="1051560" cy="329184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6426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8-10 GBB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45536"/>
            <a:ext cx="4023360" cy="45720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455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Math challenge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3209544"/>
            <a:ext cx="1051560" cy="329184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2095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GBB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12464"/>
            <a:ext cx="4023360" cy="45720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124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Read 20 minutes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3776472"/>
            <a:ext cx="1051560" cy="329184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7764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GBB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79392"/>
            <a:ext cx="4023360" cy="45720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79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Teach It Back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4343400"/>
            <a:ext cx="1051560" cy="329184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3434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8-10 GBB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011680"/>
            <a:ext cx="4023360" cy="45720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Sports goal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89520" y="2075688"/>
            <a:ext cx="1051560" cy="329184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20756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15-25 GBB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578608"/>
            <a:ext cx="4023360" cy="45720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Project milestone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89520" y="2642616"/>
            <a:ext cx="1051560" cy="329184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264261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 GBB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145536"/>
            <a:ext cx="4023360" cy="45720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1455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Help your sibling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89520" y="3209544"/>
            <a:ext cx="1051560" cy="329184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2095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 GBB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712464"/>
            <a:ext cx="4023360" cy="45720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7124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Perfect week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589520" y="3776472"/>
            <a:ext cx="1051560" cy="329184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37764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25 GBB BONUS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📅  WEEKLY SCHEDULE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280160" cy="429768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8:30 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1097280"/>
            <a:ext cx="7315200" cy="429768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097280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Morning Meeting  ·  Goals + GBB balance check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91056"/>
            <a:ext cx="1280160" cy="42976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91056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9:00 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00200" y="1591056"/>
            <a:ext cx="7315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591056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Session 1  ·  Core subject (use slide deck)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084832"/>
            <a:ext cx="1280160" cy="4297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84832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9:45 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00200" y="2084832"/>
            <a:ext cx="7315200" cy="429768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2084832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Break  ·  Snack + movement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578608"/>
            <a:ext cx="1280160" cy="4297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78608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10:00 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00200" y="2578608"/>
            <a:ext cx="7315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2578608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Session 2  ·  Writing or Project time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072384"/>
            <a:ext cx="1280160" cy="429768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72384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10:45 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00200" y="3072384"/>
            <a:ext cx="7315200" cy="429768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3072384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Accounting Block  ·  Log Goodbody Bucks + finance mini-lesson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1280160" cy="42976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6616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11:00 AM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00200" y="3566160"/>
            <a:ext cx="7315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3566160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Cross-Family Activity  ·  Together: experiment, game, reading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1280160" cy="42976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59936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Afternoon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600200" y="4059936"/>
            <a:ext cx="7315200" cy="429768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4059936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Sports + Project  ·  Practice + Better Yourself work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4553712"/>
            <a:ext cx="1280160" cy="4297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553712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Friday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00200" y="4553712"/>
            <a:ext cx="7315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37360" y="4553712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Light Day  ·  Project, field trip, or free choice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⚾🥎  SPORTS GOALS — Summer 2025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⚾  MILES — BASEBALL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Hit 5 line drives in a row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57984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Field 10 ground balls cleanly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Accurate throws to first base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35808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Complete full game focused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Execute a bunt correctly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913632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Get a base hit in a game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352544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Know all base running rules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🥎  SABRINA — SOFTBALL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1719072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Throw 10 pitching strikes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157984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Learn change-up pitch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96896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Hit 5 line drives off a tee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035808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Sprint home under 5 seconds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Accurate outfield throws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913632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Know all base running rules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352544"/>
            <a:ext cx="3749040" cy="393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☐  Get a hit in a game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🔨  THE BETTER YOURSELF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Pick ONE tangible skill. Work on it all summer. Show it off on Family Project 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2743200" cy="123444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Photography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Camera basics, composition, 50+ photos, printed portfolio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743200" cy="123444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🪵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4048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Building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2331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Bat rack, birdhouse, or shelf — measure, cut, sand, finish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743200" cy="123444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🍳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Cooking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66560" y="2331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8 recipes from scratch, recipe journal, host a family dinner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46120"/>
            <a:ext cx="2743200" cy="123444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440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Visual Art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749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3 techniques, 6-piece art series with theme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246120"/>
            <a:ext cx="2743200" cy="123444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84048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Sewing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40480" y="3749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Hand + machine stitch, make a pillow, bag, or clothing item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246120"/>
            <a:ext cx="2743200" cy="1234440"/>
          </a:xfrm>
          <a:prstGeom prst="rect">
            <a:avLst/>
          </a:prstGeom>
          <a:solidFill>
            <a:srgbClr val="0D2035"/>
          </a:solidFill>
          <a:ln w="12700">
            <a:solidFill>
              <a:srgbClr val="1D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76656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Growing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66560" y="3749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Plant 3 types, track weekly growth, harvest and cook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828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🏆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MAKE THIS THE BEST SUMMER EVER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91D"/>
                </a:solidFill>
              </a:rPr>
              <a:t>Miles ⚾  ·  Sabrina 🥎  ·  Dad 💪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3108960"/>
            <a:ext cx="3657600" cy="457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DF2"/>
                </a:solidFill>
              </a:rPr>
              <a:t>Goodbody Summer Academy 2025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FD4"/>
                </a:solidFill>
              </a:rPr>
              <a:t>goodbodybucks.web.app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Goodbody Summer Academy — Kickoff 2025</dc:title>
  <dc:subject>PptxGenJS Presentation</dc:subject>
  <dc:creator>PptxGenJS</dc:creator>
  <cp:lastModifiedBy>PptxGenJS</cp:lastModifiedBy>
  <cp:revision>1</cp:revision>
  <dcterms:created xsi:type="dcterms:W3CDTF">2026-06-08T04:19:29Z</dcterms:created>
  <dcterms:modified xsi:type="dcterms:W3CDTF">2026-06-08T04:19:29Z</dcterms:modified>
</cp:coreProperties>
</file>