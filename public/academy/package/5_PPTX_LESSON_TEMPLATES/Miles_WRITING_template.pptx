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229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✍️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2011680" y="5486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491D"/>
                </a:solidFill>
              </a:rPr>
              <a:t>[WRITING]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011680" y="10058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Writing Workshop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2011680" y="2011680"/>
            <a:ext cx="5943600" cy="36576"/>
          </a:xfrm>
          <a:prstGeom prst="rect">
            <a:avLst/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22860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DF2"/>
                </a:solidFill>
              </a:rPr>
              <a:t>Lesson: ___________________________________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11680" y="26974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DF2"/>
                </a:solidFill>
              </a:rPr>
              <a:t>Date: _____________________________________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11680" y="32004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</a:rPr>
              <a:t>2nd Grade  ·  Student: Miles  ·  Goodbody Summer Academy 2025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402336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0233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💰 GBB: 5 per lesson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91440"/>
          </a:xfrm>
          <a:prstGeom prst="rect">
            <a:avLst/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✍️  Writing Workshop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491D"/>
                </a:solidFill>
              </a:rPr>
              <a:t>[WRITING]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E44"/>
                </a:solidFill>
              </a:rPr>
              <a:t>🎯  Today's Learning Objectives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74320" y="1874520"/>
            <a:ext cx="2743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874520"/>
            <a:ext cx="2743200" cy="502920"/>
          </a:xfrm>
          <a:prstGeom prst="rect">
            <a:avLst/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874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  I CAN…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" y="2468880"/>
            <a:ext cx="2560320" cy="20116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_______________________________________________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_______________________________________________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0" y="1874520"/>
            <a:ext cx="2743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874520"/>
            <a:ext cx="2743200" cy="502920"/>
          </a:xfrm>
          <a:prstGeom prst="rect">
            <a:avLst/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874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  I WILL…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91840" y="2468880"/>
            <a:ext cx="2560320" cy="20116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_______________________________________________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_______________________________________________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1874520"/>
            <a:ext cx="2743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874520"/>
            <a:ext cx="2743200" cy="502920"/>
          </a:xfrm>
          <a:prstGeom prst="rect">
            <a:avLst/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874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  I KNOW…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17920" y="2468880"/>
            <a:ext cx="2560320" cy="20116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_______________________________________________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_______________________________________________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✍️  LESSON CONTENT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5303520" cy="3474720"/>
          </a:xfrm>
          <a:prstGeom prst="rect">
            <a:avLst/>
          </a:prstGeom>
          <a:solidFill>
            <a:srgbClr val="F8FBFE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44"/>
                </a:solidFill>
              </a:rPr>
              <a:t>📌  Key Concept / Explanation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4937760" cy="26517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Write or speak the main concept here.
</a:t>
            </a:r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Example: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___________________________________________________
</a:t>
            </a:r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Example: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___________________________________________________
</a:t>
            </a:r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</a:rPr>
              <a:t>Example: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___________________________________________________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52160" y="1097280"/>
            <a:ext cx="3017520" cy="347472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0" y="11887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91D"/>
                </a:solidFill>
              </a:rPr>
              <a:t>💡  DAD'S TIP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0" y="1737360"/>
            <a:ext cx="2743200" cy="2560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BFE"/>
                </a:solidFill>
              </a:rPr>
              <a:t>Add a real-world connection, analogy, or memory trick here.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BFE"/>
                </a:solidFill>
              </a:rPr>
              <a:t>🔗 Connect to: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BFE"/>
                </a:solidFill>
              </a:rPr>
              <a:t>___________________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✏️  PRACTICE TIME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1371600" cy="347472"/>
          </a:xfrm>
          <a:prstGeom prst="rect">
            <a:avLst/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Problem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384048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51560"/>
            <a:ext cx="1371600" cy="347472"/>
          </a:xfrm>
          <a:prstGeom prst="rect">
            <a:avLst/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0515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Problem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508760"/>
            <a:ext cx="384048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8803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880360"/>
            <a:ext cx="1371600" cy="347472"/>
          </a:xfrm>
          <a:prstGeom prst="rect">
            <a:avLst/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8803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Problem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3337560"/>
            <a:ext cx="384048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8803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880360"/>
            <a:ext cx="1371600" cy="347472"/>
          </a:xfrm>
          <a:prstGeom prst="rect">
            <a:avLst/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8803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Problem 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3337560"/>
            <a:ext cx="384048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🎓  TEACH IT BACK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9FD4"/>
                </a:solidFill>
              </a:rPr>
              <a:t>Can you explain today's lesson back to Dad in your own words?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8229600" cy="1645920"/>
          </a:xfrm>
          <a:prstGeom prst="rect">
            <a:avLst/>
          </a:prstGeom>
          <a:solidFill>
            <a:srgbClr val="0D2035"/>
          </a:solidFill>
          <a:ln w="12700">
            <a:solidFill>
              <a:srgbClr val="3344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828800"/>
            <a:ext cx="7863840" cy="14630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DF2"/>
                </a:solidFill>
              </a:rPr>
              <a:t>"Today I learned that ____________________________________________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DF2"/>
                </a:solidFill>
              </a:rPr>
              <a:t>_________________________________________________________________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DF2"/>
                </a:solidFill>
              </a:rPr>
              <a:t>_________________________________________________________________"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✅  Lesson Completed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4023360"/>
            <a:ext cx="2560320" cy="685800"/>
          </a:xfrm>
          <a:prstGeom prst="roundRect">
            <a:avLst>
              <a:gd name="adj" fmla="val 10667"/>
            </a:avLst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0233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💰 EARN 5 GBB!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0" y="41148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9FD4"/>
                </a:solidFill>
              </a:rPr>
              <a:t>Log to goodbodybucks.web.app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8491D"/>
          </a:solidFill>
          <a:ln w="12700">
            <a:solidFill>
              <a:srgbClr val="E849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🏆  BONUS CHALLENGE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3474720"/>
          </a:xfrm>
          <a:prstGeom prst="rect">
            <a:avLst/>
          </a:prstGeom>
          <a:solidFill>
            <a:srgbClr val="F8FBFE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44"/>
                </a:solidFill>
              </a:rPr>
              <a:t>Go above and beyond! Complete this for EXTRA Goodbody Bucks 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Challenge Problem / Extension Activity: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1645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_____________________________________________________________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_____________________________________________________________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</a:rPr>
              <a:t>_____________________________________________________________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4114800"/>
            <a:ext cx="2743200" cy="685800"/>
          </a:xfrm>
          <a:prstGeom prst="roundRect">
            <a:avLst>
              <a:gd name="adj" fmla="val 10667"/>
            </a:avLst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41148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💰 BONUS: +8 GBB!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Goodbody Summer Academy — Writing Workshop [WRITING]</dc:title>
  <dc:subject>PptxGenJS Presentation</dc:subject>
  <dc:creator>Goodbody Summer Academy</dc:creator>
  <cp:lastModifiedBy>Goodbody Summer Academy</cp:lastModifiedBy>
  <cp:revision>1</cp:revision>
  <dcterms:created xsi:type="dcterms:W3CDTF">2026-06-08T04:17:44Z</dcterms:created>
  <dcterms:modified xsi:type="dcterms:W3CDTF">2026-06-08T04:17:44Z</dcterms:modified>
</cp:coreProperties>
</file>