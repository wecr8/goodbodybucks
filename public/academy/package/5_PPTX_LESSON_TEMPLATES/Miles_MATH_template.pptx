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🔢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FD4"/>
                </a:solidFill>
              </a:rPr>
              <a:t>[MATH]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2nd Grade  ·  Student: Miles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🔢  Mathematics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9FD4"/>
                </a:solidFill>
              </a:rPr>
              <a:t>[MATH]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🔢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Mathematics [MATH]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