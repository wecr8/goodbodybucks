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🔬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011680" y="548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95C"/>
                </a:solidFill>
              </a:rPr>
              <a:t>[SCIENCE]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Science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011680" y="2011680"/>
            <a:ext cx="5943600" cy="3657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286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</a:rPr>
              <a:t>Lesson: ___________________________________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</a:rPr>
              <a:t>Date: _____________________________________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5th Grade  ·  Student: Sabrina  ·  Goodbody Summer Academy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02336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023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💰 GBB: 5 per lesson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914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🔬  Science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695C"/>
                </a:solidFill>
              </a:rPr>
              <a:t>[SCIENCE]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44"/>
                </a:solidFill>
              </a:rPr>
              <a:t>🎯  Today's Learning Objectives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74520"/>
            <a:ext cx="2743200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  I CAN…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74520"/>
            <a:ext cx="2743200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  I WILL…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874520"/>
            <a:ext cx="2743200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  I KNOW…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🔬  LESSON CONTENT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47472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4"/>
                </a:solidFill>
              </a:rPr>
              <a:t>📌  Key Concept / Explanation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937760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Write or speak the main concept here.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097280"/>
            <a:ext cx="3017520" cy="34747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188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91D"/>
                </a:solidFill>
              </a:rPr>
              <a:t>💡  DAD'S TIP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1737360"/>
            <a:ext cx="2743200" cy="2560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Add a real-world connection, analogy, or memory trick here.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🔗 Connect 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✏️  PRACTICE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37160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137160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137160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137160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🎓  TEACH IT BACK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FD4"/>
                </a:solidFill>
              </a:rPr>
              <a:t>Can you explain today's lesson back to Dad in your own words?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1645920"/>
          </a:xfrm>
          <a:prstGeom prst="rect">
            <a:avLst/>
          </a:prstGeom>
          <a:solidFill>
            <a:srgbClr val="0D2035"/>
          </a:solidFill>
          <a:ln w="12700">
            <a:solidFill>
              <a:srgbClr val="334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"Today I learned that ____________________________________________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_________________________________________________________________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_________________________________________________________________"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✅  Lesson Completed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233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💰 EARN 5 GBB!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4114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9FD4"/>
                </a:solidFill>
              </a:rPr>
              <a:t>Log to goodbodybucks.web.app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🏆  BONUS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347472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4"/>
                </a:solidFill>
              </a:rPr>
              <a:t>Go above and beyond! Complete this for EXTRA Goodbody Bucks 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Challenge Problem / Extension Activity: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11480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💰 BONUS: +8 GBB!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Goodbody Summer Academy — Science [SCIENCE]</dc:title>
  <dc:subject>PptxGenJS Presentation</dc:subject>
  <dc:creator>Goodbody Summer Academy</dc:creator>
  <cp:lastModifiedBy>Goodbody Summer Academy</cp:lastModifiedBy>
  <cp:revision>1</cp:revision>
  <dcterms:created xsi:type="dcterms:W3CDTF">2026-06-08T04:17:44Z</dcterms:created>
  <dcterms:modified xsi:type="dcterms:W3CDTF">2026-06-08T04:17:44Z</dcterms:modified>
</cp:coreProperties>
</file>