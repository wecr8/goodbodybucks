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📚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0116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</a:rPr>
              <a:t>[ELA5]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 &amp; Reading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5943600" cy="3657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Lesson: ___________________________________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Date: _____________________________________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5th Grade  ·  Student: Sabrina  ·  Goodbody Summer Academy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GBB: 5 per lesson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91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📚  ELA &amp; Reading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A1B9A"/>
                </a:solidFill>
              </a:rPr>
              <a:t>[ELA5]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</a:rPr>
              <a:t>🎯  Today's Learning Objectives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 I CAN…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 I WILL…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 I KNOW…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📚  LESSON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📌  Key Concept / Explanation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93776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Write or speak the main concept here.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91D"/>
                </a:solidFill>
              </a:rPr>
              <a:t>💡  DAD'S 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Add a real-world connection, analogy, or memory trick 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🔗 Connect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✏️  PRACTICE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🎓  TEACH IT BACK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</a:rPr>
              <a:t>Can you explain today's lesson back to Dad in your own words?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0D2035"/>
          </a:solidFill>
          <a:ln w="12700">
            <a:solidFill>
              <a:srgbClr val="33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"Today I learned that 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 Lesson Completed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EARN 5 GBB!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4"/>
                </a:solidFill>
              </a:rPr>
              <a:t>Log to goodbodybucks.web.app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🏆  BONUS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Go above and beyond! Complete this for EXTRA Goodbody Bucks 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Challenge Problem / Extension Activity: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💰 BONUS: +8 GBB!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Goodbody Summer Academy — ELA &amp; Reading [ELA5]</dc:title>
  <dc:subject>PptxGenJS Presentation</dc:subject>
  <dc:creator>Goodbody Summer Academy</dc:creator>
  <cp:lastModifiedBy>Goodbody Summer Academy</cp:lastModifiedBy>
  <cp:revision>1</cp:revision>
  <dcterms:created xsi:type="dcterms:W3CDTF">2026-06-08T04:17:44Z</dcterms:created>
  <dcterms:modified xsi:type="dcterms:W3CDTF">2026-06-08T04:17:44Z</dcterms:modified>
</cp:coreProperties>
</file>